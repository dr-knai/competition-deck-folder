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8BA5-128F-EA29-B17D-538139D03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C2603-F023-FDC8-0D46-5CF628D85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96614-30E4-4BF0-DF80-DA46AAF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79CF-B1BD-108D-EA0B-BF0A9CBB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A1486-E2F9-C701-B7A1-D0C12304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9B37-1C6E-6E0E-9768-81EEC28A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FB312-8FF5-BA03-78A5-FD8BBF2DD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8AE41-C305-A0C4-8ACD-0C13DEFA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1BF6-A9B5-2789-BA10-A19BEC1C2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BB7F-1572-ED49-BDBB-B2787F08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3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104F-ED1D-8461-B4F7-AB2E968B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8A354-E4DF-16F9-F01F-3BFE6959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88B04-1779-C672-B908-C53A7268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20EE-4320-7B87-6292-87FBBC7B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C8B08-E1B5-1F10-6CE2-57833A5A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5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05D4-F651-7BE9-6BE2-DE825C49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5BED-7382-B198-EFBB-9714A7DF3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7FABA-09BB-9FE0-521E-193E47753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D644-C94F-D67E-F97E-4D702462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601DD-FA1F-4309-8287-E880AE2F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133EA-705C-7BB0-6E35-CD7D4726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7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3017-E557-35D8-A795-DB278A08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0FB4E-53A9-357A-89D0-C342A7C59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DBF49-3EC7-634E-AB19-67C3C5219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3D012-6478-18E7-3ADB-8FE7DEFB3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61533-7FED-D78A-1DBE-C219757BE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8C4F8-8F62-EDA9-9A20-51841125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08D4B-37D5-8C33-CB90-4F63B256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288F6-F668-47A1-1D46-00FD9F1F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3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35B1-E760-8269-C20A-674C20BC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497D3-90B7-5D0C-0BFB-BAADF136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CDE4B-2C41-EEC7-7B90-0EE1B8C1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48259-758B-E53A-FE9E-A9E4AC96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A5F56-8F59-C280-5449-A5860AC1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F4D542-3B45-CAAE-EADE-6398A81A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47C2D-1694-E727-5BF3-E4BDA3BA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3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D62E-38A4-26F1-FB45-84822AB6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DE7F-7B3A-4BC0-6062-C6C7BDDE0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56B1-D7EA-5AF8-62A4-7DEED6AEF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289A2-9584-6399-39C6-C2C0DABB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4AB1C-B1E1-7712-B4EE-08AA399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D43D1-4EAF-74A6-9104-9AB68743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2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5E0D-8566-CF35-145F-F2E73A7D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B5623-68BF-F6A6-13B8-C4C8C684A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D8D59-67AB-3AD7-598D-61ACB242D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2DE37-2EA5-888F-A35D-2E962BC6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D7BFE-950A-7D05-C2AB-7B643A7C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44DF6-4BB7-CFA9-3AE7-BAA01CB6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0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85CF-947A-B582-808B-28D1E80E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B7E3A-C9A6-0868-355B-AB4187B3C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72A34-FE92-68F3-CB11-9B0C0D3D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8A0F-E1B2-E32B-4457-27A6658B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506A7-7B0E-25E7-7B6F-6BCEB390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EF809-BE77-99E5-F402-E0DB8BED1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0DCF4-5D90-B175-E91E-20987DBF5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7B67D-16EF-0758-28BB-AB5E2433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32E91-B4E1-9857-80EC-0D87710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06778-50AB-231F-008B-895AB258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4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DF5C8-5241-1253-07E8-741F58D1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ABE70-D1F0-34C1-77A9-754A5D9E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EC37-D6AE-33D4-3D30-A74D3BB77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6843-A216-3844-BF05-733704DAC8FC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86F33-9615-AAE0-229A-719FB2BA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9255D-F8AA-8492-955C-86928E892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286DA-08F8-5248-B233-E21DD97C2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1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8991B9-F9F1-EC1B-5A20-BA64F216F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018565"/>
            <a:ext cx="9827941" cy="1655762"/>
          </a:xfrm>
        </p:spPr>
        <p:txBody>
          <a:bodyPr/>
          <a:lstStyle/>
          <a:p>
            <a:r>
              <a:rPr lang="en-US" dirty="0"/>
              <a:t>https://dr-</a:t>
            </a:r>
            <a:r>
              <a:rPr lang="en-US" dirty="0" err="1"/>
              <a:t>knai.github.io</a:t>
            </a:r>
            <a:r>
              <a:rPr lang="en-US" dirty="0"/>
              <a:t>/Competition-Deck-Folder/2026-March-NYBPC/</a:t>
            </a:r>
          </a:p>
        </p:txBody>
      </p:sp>
    </p:spTree>
    <p:extLst>
      <p:ext uri="{BB962C8B-B14F-4D97-AF65-F5344CB8AC3E}">
        <p14:creationId xmlns:p14="http://schemas.microsoft.com/office/powerpoint/2010/main" val="280724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Enhong Liu</dc:creator>
  <cp:lastModifiedBy>Enhong Liu</cp:lastModifiedBy>
  <cp:revision>1</cp:revision>
  <dcterms:created xsi:type="dcterms:W3CDTF">2026-03-24T17:41:46Z</dcterms:created>
  <dcterms:modified xsi:type="dcterms:W3CDTF">2026-03-24T17:42:33Z</dcterms:modified>
</cp:coreProperties>
</file>